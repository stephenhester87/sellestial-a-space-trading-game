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B41180-6F54-4DD2-B726-1C38261095F4}" v="180" dt="2026-04-29T05:29:45.6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5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49" y="13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D25F73-37DB-41AF-925B-50A3B976B30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A3ADC2-CE4B-48FE-AF3B-40812DECF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297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generated using ChatGPT (OpenAI),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A3ADC2-CE4B-48FE-AF3B-40812DECF9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72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4B4E5-BBB3-7375-89E0-AD50D91D3D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36DF18-4F6C-0F99-9629-B72D7C35D5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11CB2-DBCE-33C5-DBD8-CF883256F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B20E-05BF-4681-861C-9C1CF6817D3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14B97-E446-C60E-75F2-89A3C551C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2E231-A1C1-EB62-3639-847B21D2E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DF75D-4E76-4478-8131-2801A9BC7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09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Click="0">
        <p:fade/>
      </p:transition>
    </mc:Choice>
    <mc:Fallback xmlns=""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3C172-82B9-D00C-9502-550B4C181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B8715-9E22-FAAC-F9BF-B1C6F298C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334A3-6C5D-39E1-A8EE-DB1C4029B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B20E-05BF-4681-861C-9C1CF6817D3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A8216-267E-7A07-4034-9B9309CD7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86E42-50F3-ED21-E6D8-70639D8AA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DF75D-4E76-4478-8131-2801A9BC7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581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Click="0">
        <p:fade/>
      </p:transition>
    </mc:Choice>
    <mc:Fallback xmlns=""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B35D2-5789-EFA5-72B5-4C70AAC07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35070-FD50-5DF7-5D68-9488B3A41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64334-BF56-8F4F-1B73-368AE0C1A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B20E-05BF-4681-861C-9C1CF6817D3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04912-9C2F-8D25-D832-857083BE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E9A89-AB0C-A293-D512-D387562DB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DF75D-4E76-4478-8131-2801A9BC7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68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Click="0">
        <p:fade/>
      </p:transition>
    </mc:Choice>
    <mc:Fallback xmlns="">
      <p:transition spd="slow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7FC8A-CD15-1E39-AADF-E165A29F7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65022-A89E-C0EE-847C-94B388ACC1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F8B32E-7E20-379C-64A1-3744B7A122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CE094-EAAC-0BBB-D3AE-ABBCA7A53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B20E-05BF-4681-861C-9C1CF6817D3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598EC-0160-60F7-0BF4-33B97F7E3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9C2CB5-1F4F-C8DD-F30C-754D9296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DF75D-4E76-4478-8131-2801A9BC7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441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Click="0">
        <p:fade/>
      </p:transition>
    </mc:Choice>
    <mc:Fallback xmlns="">
      <p:transition spd="slow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454A5-8FDE-1F07-D440-374A72A77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DD560-5920-5273-B133-8ABF3A22D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690A5-4FF4-E118-2949-2922A0CEE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65C2D7-9E5A-074F-A1F6-06A2074119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279889-904B-9534-B3BC-049DDF656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40D344-3D9E-FEDB-E449-18A3BD375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B20E-05BF-4681-861C-9C1CF6817D3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3D1DC6-04E6-EE82-E119-E16E9E3CF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5EC46A-5275-0D52-50F2-CC12C5D9D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DF75D-4E76-4478-8131-2801A9BC7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263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Click="0">
        <p:fade/>
      </p:transition>
    </mc:Choice>
    <mc:Fallback xmlns="">
      <p:transition spd="slow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5DD20-159E-1DC9-AD2C-0A36EFA3F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D27407-EBDC-D35E-4546-30D106BA2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B20E-05BF-4681-861C-9C1CF6817D3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218CD8-1486-319B-45ED-BA257316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0220D7-8489-33C9-3B5A-F77858DA9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DF75D-4E76-4478-8131-2801A9BC7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566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Click="0">
        <p:fade/>
      </p:transition>
    </mc:Choice>
    <mc:Fallback xmlns="">
      <p:transition spd="slow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DA7126-4A0B-523B-AABC-388E80672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B20E-05BF-4681-861C-9C1CF6817D3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4E2BEA-C640-6BA4-82A9-BC5656894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7F479-D134-2F8C-6893-63B9000B7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DF75D-4E76-4478-8131-2801A9BC7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8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Click="0">
        <p:fade/>
      </p:transition>
    </mc:Choice>
    <mc:Fallback xmlns="">
      <p:transition spd="slow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5F6D1-669F-98E4-7BD0-46ED142F0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090AA-3DBA-3D2A-D1E8-4331851AA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68710D-3355-622B-4D95-A552B2569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C5E946-D71C-9570-2C85-A59B8F90A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B20E-05BF-4681-861C-9C1CF6817D3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11AC40-1C4E-B253-1C96-76F485F9D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685A0B-B6B0-E740-BF85-D0938DC53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DF75D-4E76-4478-8131-2801A9BC7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595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Click="0">
        <p:fade/>
      </p:transition>
    </mc:Choice>
    <mc:Fallback xmlns="">
      <p:transition spd="slow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A134C-FF0A-ECD3-8A32-853213AA4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E28B87-F2CC-C6EF-BB7B-4CC381D588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6894F-202A-0A4F-6BB0-5EE86C36D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FB2EF-288E-4E9E-C0AD-83D381506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B20E-05BF-4681-861C-9C1CF6817D3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E4F7A-8F4D-10C5-14DA-0E980D85A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1C1BD-E2E9-8445-C9A7-42E287AC3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DF75D-4E76-4478-8131-2801A9BC7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1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Click="0">
        <p:fade/>
      </p:transition>
    </mc:Choice>
    <mc:Fallback xmlns="">
      <p:transition spd="slow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08CC1-A2F2-A049-5F31-DC9125B69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D3A135-AAEC-B7CA-0211-128EED805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67963-5662-49D7-20D9-1A85FAB13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B20E-05BF-4681-861C-9C1CF6817D3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47174-92B8-FFB1-7244-EF8817DA2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DA355-81B6-B158-9949-846FA898F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DF75D-4E76-4478-8131-2801A9BC7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034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Click="0">
        <p:fade/>
      </p:transition>
    </mc:Choice>
    <mc:Fallback xmlns="">
      <p:transition spd="slow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2B6354-9147-96FA-25C2-9CF02B1FE9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7D8F73-BE13-EAD7-5D90-743C659CA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611FF-362D-A697-1B99-259CCA1E4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B20E-05BF-4681-861C-9C1CF6817D3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DB5B-3351-BE63-49AD-414EEE06D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62A41-9AFE-33C7-B2B2-C949CB5A2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DF75D-4E76-4478-8131-2801A9BC7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648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Click="0">
        <p:fade/>
      </p:transition>
    </mc:Choice>
    <mc:Fallback xmlns=""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432DE3-D4F2-0FC6-A1C2-10345E55C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28CEB-CFCE-EA04-EFE5-B2DFC052C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241D2-7313-02F4-2EE3-34DF9D24AF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E4B20E-05BF-4681-861C-9C1CF6817D3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3B4B1-F72D-590D-7760-52A8DF4BA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0E2F5-2C0A-41B7-E0F7-AB99CA0839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3DF75D-4E76-4478-8131-2801A9BC7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97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250" advClick="0">
        <p:fade/>
      </p:transition>
    </mc:Choice>
    <mc:Fallback xmlns="">
      <p:transition spd="slow" advClick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0CAD210-86B9-21B2-36DF-4C326C7474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465" r="5522" b="12790"/>
          <a:stretch>
            <a:fillRect/>
          </a:stretch>
        </p:blipFill>
        <p:spPr>
          <a:xfrm>
            <a:off x="3857053" y="1"/>
            <a:ext cx="8338494" cy="685800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4F7119-1394-9497-FAA6-DFDC807D8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04648" y="2199026"/>
            <a:ext cx="4457018" cy="550305"/>
          </a:xfrm>
        </p:spPr>
        <p:txBody>
          <a:bodyPr anchor="b">
            <a:no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OCR A Extended" panose="02010509020102010303" pitchFamily="50" charset="0"/>
              </a:rPr>
              <a:t>Welcome to Sellestial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4A54E8-1093-07B8-61F4-66124BBF1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0678" y="6171170"/>
            <a:ext cx="4023359" cy="686829"/>
          </a:xfrm>
        </p:spPr>
        <p:txBody>
          <a:bodyPr>
            <a:normAutofit/>
          </a:bodyPr>
          <a:lstStyle/>
          <a:p>
            <a:pPr algn="l"/>
            <a:r>
              <a:rPr lang="en-US" sz="1400" dirty="0">
                <a:solidFill>
                  <a:srgbClr val="FF0000"/>
                </a:solidFill>
                <a:latin typeface="OCR A Extended" panose="02010509020102010303" pitchFamily="50" charset="0"/>
              </a:rPr>
              <a:t>By: Alex Hester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3A99A06-F34D-5C9B-F32B-AA8CB7220092}"/>
              </a:ext>
            </a:extLst>
          </p:cNvPr>
          <p:cNvSpPr txBox="1"/>
          <p:nvPr/>
        </p:nvSpPr>
        <p:spPr>
          <a:xfrm>
            <a:off x="180221" y="2881247"/>
            <a:ext cx="3977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4"/>
              </a:buBlip>
            </a:pPr>
            <a:r>
              <a:rPr lang="en-US" sz="1200" dirty="0">
                <a:solidFill>
                  <a:srgbClr val="0070C0"/>
                </a:solidFill>
                <a:latin typeface="OCR A Extended" panose="02010509020102010303" pitchFamily="50" charset="0"/>
              </a:rPr>
              <a:t>Trade across regions</a:t>
            </a:r>
          </a:p>
          <a:p>
            <a:pPr marL="285750" indent="-285750">
              <a:buBlip>
                <a:blip r:embed="rId4"/>
              </a:buBlip>
            </a:pPr>
            <a:r>
              <a:rPr lang="en-US" sz="1200" dirty="0">
                <a:solidFill>
                  <a:srgbClr val="0070C0"/>
                </a:solidFill>
                <a:latin typeface="OCR A Extended" panose="02010509020102010303" pitchFamily="50" charset="0"/>
              </a:rPr>
              <a:t>Build your fortune</a:t>
            </a:r>
          </a:p>
          <a:p>
            <a:pPr marL="285750" indent="-285750">
              <a:buBlip>
                <a:blip r:embed="rId4"/>
              </a:buBlip>
            </a:pPr>
            <a:r>
              <a:rPr lang="en-US" sz="1200" dirty="0">
                <a:solidFill>
                  <a:srgbClr val="0070C0"/>
                </a:solidFill>
                <a:latin typeface="OCR A Extended" panose="02010509020102010303" pitchFamily="50" charset="0"/>
              </a:rPr>
              <a:t>Upgrade your ship to dominate trade routes.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4D8C27D-62BC-0A1C-8DF1-7878BC02D8B0}"/>
              </a:ext>
            </a:extLst>
          </p:cNvPr>
          <p:cNvSpPr/>
          <p:nvPr/>
        </p:nvSpPr>
        <p:spPr>
          <a:xfrm>
            <a:off x="398665" y="625683"/>
            <a:ext cx="1019908" cy="1463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0000"/>
              </a:highlight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C6ABF958-9F74-7CFD-1B5E-A863C29BB1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55797" y="149552"/>
            <a:ext cx="4559317" cy="10180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9FE864-3027-9A5C-D3E5-C00F48E7B638}"/>
              </a:ext>
            </a:extLst>
          </p:cNvPr>
          <p:cNvSpPr txBox="1"/>
          <p:nvPr/>
        </p:nvSpPr>
        <p:spPr>
          <a:xfrm>
            <a:off x="-14225" y="6491036"/>
            <a:ext cx="6523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https://github.com/ksu-is/Sellestial-A-Space-Trading-Game</a:t>
            </a:r>
          </a:p>
        </p:txBody>
      </p:sp>
    </p:spTree>
    <p:extLst>
      <p:ext uri="{BB962C8B-B14F-4D97-AF65-F5344CB8AC3E}">
        <p14:creationId xmlns:p14="http://schemas.microsoft.com/office/powerpoint/2010/main" val="149502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 advTm="1000">
        <p:fad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1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1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1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1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6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39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OCR A Extended</vt:lpstr>
      <vt:lpstr>Office Theme</vt:lpstr>
      <vt:lpstr>Welcome to Sellestial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Hester</dc:creator>
  <cp:lastModifiedBy>Alex Hester</cp:lastModifiedBy>
  <cp:revision>6</cp:revision>
  <dcterms:created xsi:type="dcterms:W3CDTF">2026-04-29T02:04:09Z</dcterms:created>
  <dcterms:modified xsi:type="dcterms:W3CDTF">2026-04-29T06:24:53Z</dcterms:modified>
</cp:coreProperties>
</file>